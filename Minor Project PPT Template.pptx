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957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554480"/>
            <a:ext cx="3840480" cy="3840480"/>
          </a:xfrm>
          <a:prstGeom prst="ellipse">
            <a:avLst/>
          </a:prstGeom>
          <a:solidFill>
            <a:srgbClr val="026B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39335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[Project Title]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Used: [e.g. Binary Search Tree / Sensor Fusion / Regression Model — the core subject concept this project demonstrates]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1088136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Details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515600" cy="0"/>
          </a:xfrm>
          <a:prstGeom prst="line">
            <a:avLst/>
          </a:prstGeom>
          <a:noFill/>
          <a:ln w="9525">
            <a:solidFill>
              <a:srgbClr val="3A7A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449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1 Name]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044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No.]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0449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[Enrollment No.]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2 Name]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29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No.]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429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[Enrollment No.]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130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3 Name]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8130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No.]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813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[Enrollment No.]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1970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4 Name]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197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No.]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1970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[Enrollment No.]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88136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800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Course :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800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[Subject Name]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166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: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51663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Guide Name, Designation]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532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College :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55321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Name, College Name]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97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5897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[20XX – 20XX]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Concept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the subject concept applied, and project 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492240" cy="4846320"/>
          </a:xfrm>
          <a:prstGeom prst="rect">
            <a:avLst/>
          </a:prstGeom>
          <a:solidFill>
            <a:srgbClr val="EFF8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/ Problem Statement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[Briefly explain the problem this project addresses and why it matters, in 2–3 sentences.]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Used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the exact subject/syllabus concept applied — e.g. a data structure, algorithm, circuit principle, or theory — and explain in 2–3 sentences how it is used in this project.]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463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 users / stakeholders]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17830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[Primary objective of the project]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25603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5603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[Secondary objective / concept demonstrated]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06640" y="333756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06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337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[Efficiency, accuracy, or usability target]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0" y="411480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06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1148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[Learning outcome tied to the subject]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Proposed Approach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exists, its gaps, and how this project solves them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/ Limitations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03520" cy="4160520"/>
          </a:xfrm>
          <a:prstGeom prst="roundRect">
            <a:avLst>
              <a:gd name="adj" fmla="val 1319"/>
            </a:avLst>
          </a:prstGeom>
          <a:solidFill>
            <a:srgbClr val="EFF8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[Current tool/system used in practice today]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[Gap 1 — what current solutions fail to address]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[Gap 2 — cost, accuracy, or scalability issue]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[Reference — author/source, year, key finding]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1783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783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1 — Requirement analysis / concept selection]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6974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697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2 — Design / algorithm or model chosen]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3611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611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3 — Development &amp; implementation]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45262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526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5262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4 — Testing, validation &amp; deployment]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Chart / Working Process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 showing how the system processes input to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EFF8F7"/>
          </a:solidFill>
          <a:ln w="19050">
            <a:solidFill>
              <a:srgbClr val="02C39A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your flow chart / block diagram here 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draw it in draw.io / Canva / Lucidchart, export as PNG, then Insert → Picture to replace this box.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flow: Start → Input → Process/Decision → Output → End.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and the key modules built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73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Python, Java, C++]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/ Libraries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066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Flask, React, NumPy]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101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Platforms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39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VS Code, Arduino IDE]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9664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428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(if any)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MySQL, Firebase]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02352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1755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(if any)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504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Arduino, sensors]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365760" cy="365760"/>
          </a:xfrm>
          <a:prstGeom prst="ellipse">
            <a:avLst/>
          </a:prstGeom>
          <a:solidFill>
            <a:srgbClr val="EFF8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[what this module does]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2350008"/>
            <a:ext cx="365760" cy="365760"/>
          </a:xfrm>
          <a:prstGeom prst="ellipse">
            <a:avLst/>
          </a:prstGeom>
          <a:solidFill>
            <a:srgbClr val="EFF8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3500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[what this module does]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916936"/>
            <a:ext cx="365760" cy="365760"/>
          </a:xfrm>
          <a:prstGeom prst="ellipse">
            <a:avLst/>
          </a:prstGeom>
          <a:solidFill>
            <a:srgbClr val="EFF8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6364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9169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[what this module does]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483864"/>
            <a:ext cx="365760" cy="365760"/>
          </a:xfrm>
          <a:prstGeom prst="ellipse">
            <a:avLst/>
          </a:prstGeom>
          <a:solidFill>
            <a:srgbClr val="EFF8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4838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[what this module does]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4160520"/>
            <a:ext cx="5120640" cy="1737360"/>
          </a:xfrm>
          <a:prstGeom prst="roundRect">
            <a:avLst>
              <a:gd name="adj" fmla="val 2632"/>
            </a:avLst>
          </a:prstGeom>
          <a:solidFill>
            <a:srgbClr val="0B2E3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92240" y="41605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Insert a short code snippet, pseudocode, or key formula here ]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sample output, and observations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FF8F7"/>
          </a:solidFill>
          <a:ln w="15875">
            <a:solidFill>
              <a:srgbClr val="02C39A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1]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FF8F7"/>
          </a:solidFill>
          <a:ln w="15875">
            <a:solidFill>
              <a:srgbClr val="02C39A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29768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2]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155448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FF8F7"/>
          </a:solidFill>
          <a:ln w="15875">
            <a:solidFill>
              <a:srgbClr val="02C39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90956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3]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what the results show — accuracy achieved, output correctness, performance observed, or comparison with expected values.]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5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525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26B7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114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[Summarize in 2–3 sentences: what problem you solved, how the concept was applied, and the key outcome or learning from this minor project.]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[Advantage 1]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[Advantage 2]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286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[Enhancement 1]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[Enhancement 2]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Author, Title, Year.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Source / documentation.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20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Name(s)]  •  [Contact Email]  •  [College Name]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Presentation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738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 SAINI</cp:lastModifiedBy>
  <cp:revision>2</cp:revision>
  <dcterms:created xsi:type="dcterms:W3CDTF">2026-09-21T22:06:36Z</dcterms:created>
  <dcterms:modified xsi:type="dcterms:W3CDTF">2026-09-22T18:43:46Z</dcterms:modified>
</cp:coreProperties>
</file>